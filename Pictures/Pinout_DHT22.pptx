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5" r:id="rId3"/>
    <p:sldId id="266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1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12/02/2026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12/02/2026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12/02/2026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12/02/2026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12/02/2026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12/02/2026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AM2302 DHT22 Module numérique de température et d'humidité de capacité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5220072" y="620688"/>
            <a:ext cx="3456384" cy="3456384"/>
          </a:xfrm>
          <a:prstGeom prst="rect">
            <a:avLst/>
          </a:prstGeom>
          <a:noFill/>
        </p:spPr>
      </p:pic>
      <p:pic>
        <p:nvPicPr>
          <p:cNvPr id="1026" name="Picture 2" descr="C:\Users\BOICHOT\Desktop\SD_GB_Printer6\arduino-uno-r3-board-500x50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833389"/>
            <a:ext cx="4762500" cy="3800475"/>
          </a:xfrm>
          <a:prstGeom prst="rect">
            <a:avLst/>
          </a:prstGeom>
          <a:noFill/>
        </p:spPr>
      </p:pic>
      <p:cxnSp>
        <p:nvCxnSpPr>
          <p:cNvPr id="13" name="Connecteur droit 12"/>
          <p:cNvCxnSpPr/>
          <p:nvPr/>
        </p:nvCxnSpPr>
        <p:spPr>
          <a:xfrm flipV="1">
            <a:off x="3995936" y="2060848"/>
            <a:ext cx="0" cy="288032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/>
          <p:cNvSpPr txBox="1"/>
          <p:nvPr/>
        </p:nvSpPr>
        <p:spPr>
          <a:xfrm>
            <a:off x="6588224" y="1916832"/>
            <a:ext cx="1368152" cy="923330"/>
          </a:xfrm>
          <a:prstGeom prst="rect">
            <a:avLst/>
          </a:prstGeom>
          <a:solidFill>
            <a:schemeClr val="bg1">
              <a:alpha val="43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GND to GND</a:t>
            </a:r>
          </a:p>
          <a:p>
            <a:r>
              <a:rPr lang="fr-FR" dirty="0" smtClean="0"/>
              <a:t>VCC to 5V</a:t>
            </a:r>
          </a:p>
          <a:p>
            <a:r>
              <a:rPr lang="fr-FR" dirty="0" smtClean="0"/>
              <a:t>DAT to D2</a:t>
            </a:r>
            <a:endParaRPr lang="fr-FR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20072" y="3501008"/>
            <a:ext cx="3456989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9" name="Connecteur droit 28"/>
          <p:cNvCxnSpPr/>
          <p:nvPr/>
        </p:nvCxnSpPr>
        <p:spPr>
          <a:xfrm>
            <a:off x="2915816" y="5013176"/>
            <a:ext cx="0" cy="2880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>
            <a:off x="2915816" y="5301208"/>
            <a:ext cx="20162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 flipH="1">
            <a:off x="4932040" y="4365104"/>
            <a:ext cx="5040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/>
          <p:cNvCxnSpPr/>
          <p:nvPr/>
        </p:nvCxnSpPr>
        <p:spPr>
          <a:xfrm flipV="1">
            <a:off x="4932040" y="2348880"/>
            <a:ext cx="0" cy="29523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/>
          <p:cNvCxnSpPr/>
          <p:nvPr/>
        </p:nvCxnSpPr>
        <p:spPr>
          <a:xfrm flipH="1">
            <a:off x="4716016" y="3645024"/>
            <a:ext cx="72008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4716016" y="1988840"/>
            <a:ext cx="0" cy="1656184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 flipV="1">
            <a:off x="2843808" y="1988840"/>
            <a:ext cx="0" cy="36004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/>
          <p:cNvCxnSpPr/>
          <p:nvPr/>
        </p:nvCxnSpPr>
        <p:spPr>
          <a:xfrm>
            <a:off x="2843808" y="1988840"/>
            <a:ext cx="1872208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 flipH="1">
            <a:off x="4788024" y="4725144"/>
            <a:ext cx="648072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/>
          <p:cNvCxnSpPr/>
          <p:nvPr/>
        </p:nvCxnSpPr>
        <p:spPr>
          <a:xfrm>
            <a:off x="4788024" y="1916832"/>
            <a:ext cx="0" cy="2808312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/>
          <p:cNvCxnSpPr/>
          <p:nvPr/>
        </p:nvCxnSpPr>
        <p:spPr>
          <a:xfrm>
            <a:off x="2699792" y="1916832"/>
            <a:ext cx="0" cy="432048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2699792" y="1916832"/>
            <a:ext cx="2088232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4860032" y="5013176"/>
            <a:ext cx="576064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 flipV="1">
            <a:off x="4860032" y="1844824"/>
            <a:ext cx="0" cy="316835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/>
          <p:cNvCxnSpPr>
            <a:stCxn id="1026" idx="0"/>
          </p:cNvCxnSpPr>
          <p:nvPr/>
        </p:nvCxnSpPr>
        <p:spPr>
          <a:xfrm>
            <a:off x="2632770" y="1833389"/>
            <a:ext cx="2227262" cy="1143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/>
          <p:cNvCxnSpPr/>
          <p:nvPr/>
        </p:nvCxnSpPr>
        <p:spPr>
          <a:xfrm>
            <a:off x="2627784" y="1844824"/>
            <a:ext cx="0" cy="50405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77"/>
          <p:cNvCxnSpPr/>
          <p:nvPr/>
        </p:nvCxnSpPr>
        <p:spPr>
          <a:xfrm flipH="1">
            <a:off x="5004048" y="4869160"/>
            <a:ext cx="43204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/>
          <p:cNvCxnSpPr/>
          <p:nvPr/>
        </p:nvCxnSpPr>
        <p:spPr>
          <a:xfrm>
            <a:off x="5004048" y="1772816"/>
            <a:ext cx="0" cy="309634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 flipH="1">
            <a:off x="2483768" y="1772816"/>
            <a:ext cx="252028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/>
          <p:cNvCxnSpPr/>
          <p:nvPr/>
        </p:nvCxnSpPr>
        <p:spPr>
          <a:xfrm flipV="1">
            <a:off x="2483768" y="1772816"/>
            <a:ext cx="0" cy="57606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/>
          <p:cNvCxnSpPr/>
          <p:nvPr/>
        </p:nvCxnSpPr>
        <p:spPr>
          <a:xfrm>
            <a:off x="4860032" y="5157192"/>
            <a:ext cx="57606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94"/>
          <p:cNvCxnSpPr/>
          <p:nvPr/>
        </p:nvCxnSpPr>
        <p:spPr>
          <a:xfrm>
            <a:off x="3059832" y="5157192"/>
            <a:ext cx="1800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/>
          <p:cNvCxnSpPr/>
          <p:nvPr/>
        </p:nvCxnSpPr>
        <p:spPr>
          <a:xfrm>
            <a:off x="3059832" y="5013176"/>
            <a:ext cx="0" cy="1440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ZoneTexte 100"/>
          <p:cNvSpPr txBox="1"/>
          <p:nvPr/>
        </p:nvSpPr>
        <p:spPr>
          <a:xfrm>
            <a:off x="6695729" y="3573016"/>
            <a:ext cx="15486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CS to D10</a:t>
            </a:r>
          </a:p>
          <a:p>
            <a:r>
              <a:rPr lang="fr-FR" dirty="0" smtClean="0"/>
              <a:t>MOSI to D11</a:t>
            </a:r>
          </a:p>
          <a:p>
            <a:r>
              <a:rPr lang="fr-FR" dirty="0" smtClean="0"/>
              <a:t>MISO to D12</a:t>
            </a:r>
          </a:p>
          <a:p>
            <a:r>
              <a:rPr lang="fr-FR" dirty="0" smtClean="0"/>
              <a:t>SCK to D13</a:t>
            </a:r>
          </a:p>
          <a:p>
            <a:r>
              <a:rPr lang="fr-FR" dirty="0" smtClean="0"/>
              <a:t>GND to GND</a:t>
            </a:r>
          </a:p>
          <a:p>
            <a:r>
              <a:rPr lang="fr-FR" dirty="0" smtClean="0"/>
              <a:t>+5 to 5V</a:t>
            </a:r>
            <a:endParaRPr lang="fr-FR" dirty="0"/>
          </a:p>
        </p:txBody>
      </p:sp>
      <p:cxnSp>
        <p:nvCxnSpPr>
          <p:cNvPr id="45" name="Connecteur droit 44"/>
          <p:cNvCxnSpPr/>
          <p:nvPr/>
        </p:nvCxnSpPr>
        <p:spPr>
          <a:xfrm flipH="1">
            <a:off x="3995936" y="2060848"/>
            <a:ext cx="648072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/>
        </p:nvCxnSpPr>
        <p:spPr>
          <a:xfrm flipH="1">
            <a:off x="4644008" y="2564904"/>
            <a:ext cx="792088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 flipV="1">
            <a:off x="4644008" y="2060848"/>
            <a:ext cx="0" cy="504056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 flipH="1">
            <a:off x="4932040" y="2348880"/>
            <a:ext cx="5040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 flipV="1">
            <a:off x="5076056" y="2132856"/>
            <a:ext cx="0" cy="30243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/>
          <p:cNvCxnSpPr/>
          <p:nvPr/>
        </p:nvCxnSpPr>
        <p:spPr>
          <a:xfrm flipH="1">
            <a:off x="5076056" y="2132856"/>
            <a:ext cx="360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Picture 1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5400000">
            <a:off x="3980936" y="887320"/>
            <a:ext cx="252424" cy="510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" name="Picture 1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5400000">
            <a:off x="3961334" y="1231354"/>
            <a:ext cx="312611" cy="53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3" name="Connecteur droit 82"/>
          <p:cNvCxnSpPr/>
          <p:nvPr/>
        </p:nvCxnSpPr>
        <p:spPr>
          <a:xfrm>
            <a:off x="2339752" y="1628800"/>
            <a:ext cx="0" cy="7200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/>
          <p:cNvCxnSpPr>
            <a:stCxn id="111" idx="3"/>
          </p:cNvCxnSpPr>
          <p:nvPr/>
        </p:nvCxnSpPr>
        <p:spPr>
          <a:xfrm flipV="1">
            <a:off x="3059832" y="1556792"/>
            <a:ext cx="792088" cy="88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89"/>
          <p:cNvCxnSpPr/>
          <p:nvPr/>
        </p:nvCxnSpPr>
        <p:spPr>
          <a:xfrm flipV="1">
            <a:off x="2339752" y="1196752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/>
          <p:cNvCxnSpPr>
            <a:stCxn id="112" idx="3"/>
          </p:cNvCxnSpPr>
          <p:nvPr/>
        </p:nvCxnSpPr>
        <p:spPr>
          <a:xfrm flipV="1">
            <a:off x="3059832" y="1196752"/>
            <a:ext cx="792088" cy="88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/>
          <p:cNvCxnSpPr/>
          <p:nvPr/>
        </p:nvCxnSpPr>
        <p:spPr>
          <a:xfrm flipV="1">
            <a:off x="3779912" y="1484784"/>
            <a:ext cx="0" cy="86409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101"/>
          <p:cNvCxnSpPr>
            <a:stCxn id="75" idx="2"/>
          </p:cNvCxnSpPr>
          <p:nvPr/>
        </p:nvCxnSpPr>
        <p:spPr>
          <a:xfrm flipH="1" flipV="1">
            <a:off x="3779912" y="1484784"/>
            <a:ext cx="72008" cy="1229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103"/>
          <p:cNvCxnSpPr/>
          <p:nvPr/>
        </p:nvCxnSpPr>
        <p:spPr>
          <a:xfrm flipV="1">
            <a:off x="3635896" y="1124744"/>
            <a:ext cx="0" cy="122413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/>
          <p:cNvCxnSpPr/>
          <p:nvPr/>
        </p:nvCxnSpPr>
        <p:spPr>
          <a:xfrm flipH="1">
            <a:off x="3635896" y="1124744"/>
            <a:ext cx="207640" cy="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ZoneTexte 107"/>
          <p:cNvSpPr txBox="1"/>
          <p:nvPr/>
        </p:nvSpPr>
        <p:spPr>
          <a:xfrm>
            <a:off x="4283968" y="980728"/>
            <a:ext cx="1368152" cy="646331"/>
          </a:xfrm>
          <a:prstGeom prst="rect">
            <a:avLst/>
          </a:prstGeom>
          <a:solidFill>
            <a:schemeClr val="bg1">
              <a:alpha val="43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 smtClean="0"/>
              <a:t>Red</a:t>
            </a:r>
            <a:r>
              <a:rPr lang="fr-FR" dirty="0" smtClean="0"/>
              <a:t> to D5</a:t>
            </a:r>
          </a:p>
          <a:p>
            <a:r>
              <a:rPr lang="fr-FR" dirty="0" smtClean="0"/>
              <a:t>Green to D4</a:t>
            </a:r>
            <a:endParaRPr lang="fr-FR" dirty="0"/>
          </a:p>
        </p:txBody>
      </p:sp>
      <p:pic>
        <p:nvPicPr>
          <p:cNvPr id="111" name="Picture 3" descr="C:\Users\BOICHOT\Desktop\Sans titre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627784" y="1412776"/>
            <a:ext cx="432048" cy="305683"/>
          </a:xfrm>
          <a:prstGeom prst="rect">
            <a:avLst/>
          </a:prstGeom>
          <a:noFill/>
        </p:spPr>
      </p:pic>
      <p:pic>
        <p:nvPicPr>
          <p:cNvPr id="112" name="Picture 3" descr="C:\Users\BOICHOT\Desktop\Sans titre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627784" y="1052736"/>
            <a:ext cx="432048" cy="305683"/>
          </a:xfrm>
          <a:prstGeom prst="rect">
            <a:avLst/>
          </a:prstGeom>
          <a:noFill/>
        </p:spPr>
      </p:pic>
      <p:cxnSp>
        <p:nvCxnSpPr>
          <p:cNvPr id="116" name="Connecteur droit 115"/>
          <p:cNvCxnSpPr/>
          <p:nvPr/>
        </p:nvCxnSpPr>
        <p:spPr>
          <a:xfrm flipH="1">
            <a:off x="2339752" y="1196752"/>
            <a:ext cx="28803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/>
          <p:cNvCxnSpPr/>
          <p:nvPr/>
        </p:nvCxnSpPr>
        <p:spPr>
          <a:xfrm flipH="1">
            <a:off x="2339752" y="1556792"/>
            <a:ext cx="28803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AM2302 DHT22 Module numérique de température et d'humidité de capacité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5400000">
            <a:off x="5076056" y="1772816"/>
            <a:ext cx="3456384" cy="3456384"/>
          </a:xfrm>
          <a:prstGeom prst="rect">
            <a:avLst/>
          </a:prstGeom>
          <a:noFill/>
        </p:spPr>
      </p:pic>
      <p:pic>
        <p:nvPicPr>
          <p:cNvPr id="1026" name="Picture 2" descr="C:\Users\BOICHOT\Desktop\SD_GB_Printer6\arduino-uno-r3-board-500x50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1725773"/>
            <a:ext cx="4762500" cy="3800475"/>
          </a:xfrm>
          <a:prstGeom prst="rect">
            <a:avLst/>
          </a:prstGeom>
          <a:noFill/>
        </p:spPr>
      </p:pic>
      <p:cxnSp>
        <p:nvCxnSpPr>
          <p:cNvPr id="13" name="Connecteur droit 12"/>
          <p:cNvCxnSpPr/>
          <p:nvPr/>
        </p:nvCxnSpPr>
        <p:spPr>
          <a:xfrm flipV="1">
            <a:off x="3779912" y="2132856"/>
            <a:ext cx="0" cy="144016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/>
          <p:cNvSpPr txBox="1"/>
          <p:nvPr/>
        </p:nvSpPr>
        <p:spPr>
          <a:xfrm>
            <a:off x="6444208" y="3068960"/>
            <a:ext cx="1368152" cy="923330"/>
          </a:xfrm>
          <a:prstGeom prst="rect">
            <a:avLst/>
          </a:prstGeom>
          <a:solidFill>
            <a:schemeClr val="bg1">
              <a:alpha val="43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GND to GND</a:t>
            </a:r>
          </a:p>
          <a:p>
            <a:r>
              <a:rPr lang="fr-FR" dirty="0" smtClean="0"/>
              <a:t>VCC to 5V</a:t>
            </a:r>
          </a:p>
          <a:p>
            <a:r>
              <a:rPr lang="fr-FR" dirty="0" smtClean="0"/>
              <a:t>DAT to D2</a:t>
            </a:r>
            <a:endParaRPr lang="fr-FR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35491" y="476672"/>
            <a:ext cx="3456989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9" name="Connecteur droit 28"/>
          <p:cNvCxnSpPr/>
          <p:nvPr/>
        </p:nvCxnSpPr>
        <p:spPr>
          <a:xfrm>
            <a:off x="2699792" y="4797152"/>
            <a:ext cx="0" cy="7920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 flipV="1">
            <a:off x="2627784" y="1556792"/>
            <a:ext cx="0" cy="72008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/>
          <p:cNvCxnSpPr/>
          <p:nvPr/>
        </p:nvCxnSpPr>
        <p:spPr>
          <a:xfrm>
            <a:off x="2627784" y="1556792"/>
            <a:ext cx="302433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/>
          <p:cNvCxnSpPr/>
          <p:nvPr/>
        </p:nvCxnSpPr>
        <p:spPr>
          <a:xfrm>
            <a:off x="2483768" y="1700808"/>
            <a:ext cx="0" cy="576064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2483768" y="1700808"/>
            <a:ext cx="3168352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/>
          <p:cNvCxnSpPr/>
          <p:nvPr/>
        </p:nvCxnSpPr>
        <p:spPr>
          <a:xfrm>
            <a:off x="2411760" y="1988840"/>
            <a:ext cx="324036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/>
          <p:cNvCxnSpPr/>
          <p:nvPr/>
        </p:nvCxnSpPr>
        <p:spPr>
          <a:xfrm>
            <a:off x="2411760" y="1988840"/>
            <a:ext cx="0" cy="28803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 flipH="1">
            <a:off x="2267744" y="1844824"/>
            <a:ext cx="3384376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/>
          <p:cNvCxnSpPr/>
          <p:nvPr/>
        </p:nvCxnSpPr>
        <p:spPr>
          <a:xfrm flipV="1">
            <a:off x="2267744" y="1844824"/>
            <a:ext cx="0" cy="43204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/>
          <p:cNvCxnSpPr/>
          <p:nvPr/>
        </p:nvCxnSpPr>
        <p:spPr>
          <a:xfrm>
            <a:off x="2843808" y="4797152"/>
            <a:ext cx="0" cy="10081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ZoneTexte 100"/>
          <p:cNvSpPr txBox="1"/>
          <p:nvPr/>
        </p:nvSpPr>
        <p:spPr>
          <a:xfrm>
            <a:off x="6911148" y="548680"/>
            <a:ext cx="15486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+5 to 5V</a:t>
            </a:r>
          </a:p>
          <a:p>
            <a:r>
              <a:rPr lang="fr-FR" dirty="0" smtClean="0"/>
              <a:t>CS to D10</a:t>
            </a:r>
          </a:p>
          <a:p>
            <a:r>
              <a:rPr lang="fr-FR" dirty="0" smtClean="0"/>
              <a:t>MOSI to D11</a:t>
            </a:r>
          </a:p>
          <a:p>
            <a:r>
              <a:rPr lang="fr-FR" dirty="0" smtClean="0"/>
              <a:t>SCK to D13</a:t>
            </a:r>
          </a:p>
          <a:p>
            <a:r>
              <a:rPr lang="fr-FR" dirty="0" smtClean="0"/>
              <a:t>MISO to D12</a:t>
            </a:r>
          </a:p>
          <a:p>
            <a:r>
              <a:rPr lang="fr-FR" dirty="0" smtClean="0"/>
              <a:t>GND to GND</a:t>
            </a:r>
          </a:p>
        </p:txBody>
      </p:sp>
      <p:cxnSp>
        <p:nvCxnSpPr>
          <p:cNvPr id="45" name="Connecteur droit 44"/>
          <p:cNvCxnSpPr/>
          <p:nvPr/>
        </p:nvCxnSpPr>
        <p:spPr>
          <a:xfrm flipH="1">
            <a:off x="3779912" y="2132856"/>
            <a:ext cx="936104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/>
          <p:cNvCxnSpPr/>
          <p:nvPr/>
        </p:nvCxnSpPr>
        <p:spPr>
          <a:xfrm>
            <a:off x="2123728" y="764704"/>
            <a:ext cx="0" cy="14765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/>
          <p:cNvCxnSpPr/>
          <p:nvPr/>
        </p:nvCxnSpPr>
        <p:spPr>
          <a:xfrm flipV="1">
            <a:off x="3563888" y="1052736"/>
            <a:ext cx="0" cy="122413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103"/>
          <p:cNvCxnSpPr/>
          <p:nvPr/>
        </p:nvCxnSpPr>
        <p:spPr>
          <a:xfrm flipV="1">
            <a:off x="3419872" y="692696"/>
            <a:ext cx="0" cy="158417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ZoneTexte 107"/>
          <p:cNvSpPr txBox="1"/>
          <p:nvPr/>
        </p:nvSpPr>
        <p:spPr>
          <a:xfrm>
            <a:off x="4067944" y="622429"/>
            <a:ext cx="1368152" cy="646331"/>
          </a:xfrm>
          <a:prstGeom prst="rect">
            <a:avLst/>
          </a:prstGeom>
          <a:solidFill>
            <a:schemeClr val="bg1">
              <a:alpha val="43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 smtClean="0"/>
              <a:t>Red</a:t>
            </a:r>
            <a:r>
              <a:rPr lang="fr-FR" dirty="0" smtClean="0"/>
              <a:t> to D5</a:t>
            </a:r>
          </a:p>
          <a:p>
            <a:r>
              <a:rPr lang="fr-FR" dirty="0" smtClean="0"/>
              <a:t>Green to D4</a:t>
            </a:r>
            <a:endParaRPr lang="fr-FR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20677" y="4437112"/>
            <a:ext cx="3198511" cy="17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ZoneTexte 52"/>
          <p:cNvSpPr txBox="1"/>
          <p:nvPr/>
        </p:nvSpPr>
        <p:spPr>
          <a:xfrm>
            <a:off x="6142317" y="4725144"/>
            <a:ext cx="1368152" cy="1200329"/>
          </a:xfrm>
          <a:prstGeom prst="rect">
            <a:avLst/>
          </a:prstGeom>
          <a:solidFill>
            <a:schemeClr val="bg1">
              <a:alpha val="43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SCL to A5</a:t>
            </a:r>
          </a:p>
          <a:p>
            <a:r>
              <a:rPr lang="fr-FR" dirty="0" smtClean="0"/>
              <a:t>SDA to A4</a:t>
            </a:r>
          </a:p>
          <a:p>
            <a:r>
              <a:rPr lang="fr-FR" dirty="0" smtClean="0"/>
              <a:t>VCC to 5V</a:t>
            </a:r>
          </a:p>
          <a:p>
            <a:r>
              <a:rPr lang="fr-FR" dirty="0" smtClean="0"/>
              <a:t>GND to GND</a:t>
            </a:r>
          </a:p>
        </p:txBody>
      </p:sp>
      <p:cxnSp>
        <p:nvCxnSpPr>
          <p:cNvPr id="119" name="Connecteur droit 118"/>
          <p:cNvCxnSpPr/>
          <p:nvPr/>
        </p:nvCxnSpPr>
        <p:spPr>
          <a:xfrm flipV="1">
            <a:off x="3923928" y="4797152"/>
            <a:ext cx="0" cy="648072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124"/>
          <p:cNvCxnSpPr/>
          <p:nvPr/>
        </p:nvCxnSpPr>
        <p:spPr>
          <a:xfrm>
            <a:off x="3923928" y="5445224"/>
            <a:ext cx="1368152" cy="0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134"/>
          <p:cNvCxnSpPr/>
          <p:nvPr/>
        </p:nvCxnSpPr>
        <p:spPr>
          <a:xfrm>
            <a:off x="4067944" y="5229200"/>
            <a:ext cx="1224136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/>
          <p:cNvCxnSpPr/>
          <p:nvPr/>
        </p:nvCxnSpPr>
        <p:spPr>
          <a:xfrm flipV="1">
            <a:off x="4067944" y="4797152"/>
            <a:ext cx="0" cy="43204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5400000">
            <a:off x="3764912" y="491672"/>
            <a:ext cx="252424" cy="510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1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rot="5400000">
            <a:off x="3745310" y="835706"/>
            <a:ext cx="312611" cy="53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4" name="Connecteur droit 43"/>
          <p:cNvCxnSpPr>
            <a:stCxn id="50" idx="3"/>
          </p:cNvCxnSpPr>
          <p:nvPr/>
        </p:nvCxnSpPr>
        <p:spPr>
          <a:xfrm flipV="1">
            <a:off x="2843808" y="1161144"/>
            <a:ext cx="792088" cy="88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>
            <a:stCxn id="51" idx="3"/>
          </p:cNvCxnSpPr>
          <p:nvPr/>
        </p:nvCxnSpPr>
        <p:spPr>
          <a:xfrm flipV="1">
            <a:off x="2843808" y="801104"/>
            <a:ext cx="792088" cy="88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 flipH="1" flipV="1">
            <a:off x="3563888" y="1052736"/>
            <a:ext cx="72008" cy="1229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/>
        </p:nvCxnSpPr>
        <p:spPr>
          <a:xfrm flipH="1">
            <a:off x="3419872" y="692696"/>
            <a:ext cx="207640" cy="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3" descr="C:\Users\BOICHOT\Desktop\Sans titre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411760" y="1017128"/>
            <a:ext cx="432048" cy="305683"/>
          </a:xfrm>
          <a:prstGeom prst="rect">
            <a:avLst/>
          </a:prstGeom>
          <a:noFill/>
        </p:spPr>
      </p:pic>
      <p:pic>
        <p:nvPicPr>
          <p:cNvPr id="51" name="Picture 3" descr="C:\Users\BOICHOT\Desktop\Sans titre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411760" y="657088"/>
            <a:ext cx="432048" cy="305683"/>
          </a:xfrm>
          <a:prstGeom prst="rect">
            <a:avLst/>
          </a:prstGeom>
          <a:noFill/>
        </p:spPr>
      </p:pic>
      <p:cxnSp>
        <p:nvCxnSpPr>
          <p:cNvPr id="52" name="Connecteur droit 51"/>
          <p:cNvCxnSpPr/>
          <p:nvPr/>
        </p:nvCxnSpPr>
        <p:spPr>
          <a:xfrm flipH="1">
            <a:off x="2123728" y="801104"/>
            <a:ext cx="28803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 flipH="1">
            <a:off x="2123728" y="1161144"/>
            <a:ext cx="28803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91"/>
          <p:cNvCxnSpPr/>
          <p:nvPr/>
        </p:nvCxnSpPr>
        <p:spPr>
          <a:xfrm flipV="1">
            <a:off x="4716016" y="2132856"/>
            <a:ext cx="0" cy="1512168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/>
          <p:cNvCxnSpPr/>
          <p:nvPr/>
        </p:nvCxnSpPr>
        <p:spPr>
          <a:xfrm flipH="1">
            <a:off x="4716016" y="3645024"/>
            <a:ext cx="576064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>
            <a:off x="2699792" y="5589240"/>
            <a:ext cx="25922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94"/>
          <p:cNvCxnSpPr/>
          <p:nvPr/>
        </p:nvCxnSpPr>
        <p:spPr>
          <a:xfrm>
            <a:off x="2843808" y="5805264"/>
            <a:ext cx="24482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/>
          <p:cNvCxnSpPr/>
          <p:nvPr/>
        </p:nvCxnSpPr>
        <p:spPr>
          <a:xfrm>
            <a:off x="4932040" y="1340768"/>
            <a:ext cx="0" cy="424847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eur droit 133"/>
          <p:cNvCxnSpPr/>
          <p:nvPr/>
        </p:nvCxnSpPr>
        <p:spPr>
          <a:xfrm>
            <a:off x="4932040" y="1340768"/>
            <a:ext cx="7200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/>
          <p:cNvCxnSpPr/>
          <p:nvPr/>
        </p:nvCxnSpPr>
        <p:spPr>
          <a:xfrm>
            <a:off x="4932040" y="3501008"/>
            <a:ext cx="3600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/>
          <p:cNvCxnSpPr/>
          <p:nvPr/>
        </p:nvCxnSpPr>
        <p:spPr>
          <a:xfrm>
            <a:off x="5076056" y="2132856"/>
            <a:ext cx="0" cy="36724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eur droit 141"/>
          <p:cNvCxnSpPr/>
          <p:nvPr/>
        </p:nvCxnSpPr>
        <p:spPr>
          <a:xfrm>
            <a:off x="5076056" y="2132856"/>
            <a:ext cx="57606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eur droit 145"/>
          <p:cNvCxnSpPr/>
          <p:nvPr/>
        </p:nvCxnSpPr>
        <p:spPr>
          <a:xfrm>
            <a:off x="5076056" y="3284984"/>
            <a:ext cx="2160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4950972" y="1321837"/>
            <a:ext cx="1906353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1484784"/>
            <a:ext cx="3198511" cy="17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9" name="Connecteur droit 58"/>
          <p:cNvCxnSpPr/>
          <p:nvPr/>
        </p:nvCxnSpPr>
        <p:spPr>
          <a:xfrm>
            <a:off x="3635896" y="2636912"/>
            <a:ext cx="129614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62"/>
          <p:cNvCxnSpPr/>
          <p:nvPr/>
        </p:nvCxnSpPr>
        <p:spPr>
          <a:xfrm>
            <a:off x="3635896" y="2492896"/>
            <a:ext cx="129614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 flipH="1" flipV="1">
            <a:off x="3635896" y="2060848"/>
            <a:ext cx="1368152" cy="216024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/>
          <p:cNvCxnSpPr/>
          <p:nvPr/>
        </p:nvCxnSpPr>
        <p:spPr>
          <a:xfrm flipV="1">
            <a:off x="3635896" y="2060848"/>
            <a:ext cx="1368152" cy="216024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80</Words>
  <Application>Microsoft Office PowerPoint</Application>
  <PresentationFormat>Affichage à l'écran (4:3)</PresentationFormat>
  <Paragraphs>26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Diapositive 1</vt:lpstr>
      <vt:lpstr>Diapositive 2</vt:lpstr>
      <vt:lpstr>Diapositive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BOICHOT</dc:creator>
  <cp:lastModifiedBy>BOICHOT</cp:lastModifiedBy>
  <cp:revision>55</cp:revision>
  <dcterms:created xsi:type="dcterms:W3CDTF">2020-08-31T17:24:19Z</dcterms:created>
  <dcterms:modified xsi:type="dcterms:W3CDTF">2026-02-12T19:37:26Z</dcterms:modified>
</cp:coreProperties>
</file>